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MICROSOFT  ×  SAINT-GOBAIN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RFI559 — AI Avatar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80C0FF"/>
                </a:solidFill>
              </a:rPr>
              <a:t>Azure Cost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CDDEE"/>
                </a:solidFill>
              </a:rPr>
              <a:t>200 training videos/year  •  Up to 5,000 learners</a:t>
            </a:r>
          </a:p>
          <a:p>
            <a:pPr algn="l">
              <a:spcAft>
                <a:spcPts val="1200"/>
              </a:spcAft>
            </a:pPr>
            <a:r>
              <a:rPr sz="8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AACC"/>
                </a:solidFill>
              </a:rPr>
              <a:t>Pay-as-you-go pricing  •  West Europe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Azure Service Pricing (Pay-As-You-Go)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1371600"/>
                <a:gridCol w="566928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 in Solution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minute of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Render training videos (one-time per content)</a:t>
                      </a: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(real-time)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minute of streaming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Live interactive Q&amp;A sessions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Avatar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model per hour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executive avatar (Phase 3)</a:t>
                      </a: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OpenAI — GPT-4.1 (input)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1K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Translation, Q&amp;A, agent chat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OpenAI — GPT-4.1 (output)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1K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Generated responses</a:t>
                      </a: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text-embedding-3-small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1M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RAG slide search (negligible)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AI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1M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37-language translation</a:t>
                      </a: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Cosmos DB Serverless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1M RUs / per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$0.25 / $0.25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Metadata &amp; translation cache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Blob Storage (Std LRS Hot)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GB/month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Videos, slides, PPTX files</a:t>
                      </a: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 Apps (Consumption)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vCPU-second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$0.000024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Application hosting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 Registry (Basic)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image storage</a:t>
                      </a:r>
                    </a:p>
                  </a:txBody>
                  <a:tcPr anchor="ctr"/>
                </a:tc>
              </a:tr>
              <a:tr h="3516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 Analytics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first 5 GB/month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 logs &amp; monitoring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8D4"/>
                </a:solidFill>
              </a:rPr>
              <a:t>Key: a 10-min training video costs $5 to render. Once stored, unlimited viewers watch at ~$0.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Monthly Azure Cost by Phase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731520"/>
                <a:gridCol w="1188720"/>
                <a:gridCol w="731520"/>
                <a:gridCol w="1371600"/>
                <a:gridCol w="7315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1: PoC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2: Production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Batch Avatar Synthesis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 min (5 videos)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120 min (12 videos)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170 min (17 videos)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VoiceLive Avatar (Q&amp;A)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UC3 Podcast (dual avatar)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 min (5 eps)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Avatar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model 24/7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$432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OpenAI GPT-4.1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~300K tok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~2M tok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~10M tok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Azure AI Translator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~5M chars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~20M chars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 Apps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vCPU, 2GB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$35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 vCPU, 4GB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 vCPU x3 regions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$470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Standard 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$245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Cosmos DB + Blob + ACR + Logs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$31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MONTHLY TOTAL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$1,863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ANNUAL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$5,460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$22,356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760720"/>
            <a:ext cx="3657600" cy="8229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1:  $93/month
50 learners  •  5 videos/mo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760720"/>
            <a:ext cx="365760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2:  $455/month
500 learners  •  12 videos/mo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760720"/>
            <a:ext cx="3931920" cy="822960"/>
          </a:xfrm>
          <a:prstGeom prst="round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3:  $1,863/month
5,000 learners  •  17 videos/mo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Unit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Cost to Produce One 10-min Training Video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55448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Avatar rendering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 min × $0.50/min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GPT-4.1 (script/translation)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~5K tokens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Embeddings (Q&amp;A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~5K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 $0.01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Cosmos DB + Blob storage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writes + 200 MB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 $0.01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 per video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$5.03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3366"/>
                </a:solidFill>
              </a:rPr>
              <a:t>Same video in 37 languages: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07C10"/>
                </a:solidFill>
              </a:rPr>
              <a:t>37 × $5 = $185  (one-time render cost)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</a:rPr>
              <a:t>Traditional video dubbing: $2,000–$5,000 per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Cost per Learner per Month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1887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Learners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Monthly Azure cost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$1,863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learner /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$0.37</a:t>
                      </a:r>
                    </a:p>
                  </a:txBody>
                  <a:tcPr anchor="ctr"/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learner / year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$22.32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$10.92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$4.47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Videos produced / year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~140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4114800"/>
            <a:ext cx="566928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3366"/>
                </a:solidFill>
              </a:rPr>
              <a:t>Viewers are free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Once a video is rendered, 10 or 10,000 learners watch it at no additional Azure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760720"/>
            <a:ext cx="1161288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Avatar video: $5  |  Traditional production: $5,000–$15,000  |  1,000x cost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Annual Azure Cost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  <a:gridCol w="210312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1: PoC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2: Prod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UC1 Silver + UC2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UC1 All + UC2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UC1 + UC2 + UC3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Learners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Videos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Languages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Avatars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Standard + Custom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Regions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Monthly Azure cost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$93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$455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$1,863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Annual Azure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$5,460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$22,356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 learner / year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$22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$11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$4.50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1097280"/>
            <a:ext cx="438912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</a:rPr>
              <a:t>Content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200 new training videos per year total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~10 min average per video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~10 slides per presentation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</a:rPr>
              <a:t>Usage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Learners watch pre-rendered batch videos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~10-20% use live Q&amp;A (5 min avg)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Videos replayable unlimited times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</a:rPr>
              <a:t>Pricing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Azure pay-as-you-go (no commitments)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West Europe region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April 2026 published rates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A5010"/>
                </a:solidFill>
              </a:rPr>
              <a:t>Not included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Implementation / development costs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Network egress (&lt;1%)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Entra ID / M365 licensing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