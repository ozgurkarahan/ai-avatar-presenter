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Contrastar un asistente conversacional con un agente que actúa.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Destacar el registro detallado de cada paso.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Mencionar la autenticación y el principio de mínimo privilegio.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Referencia a la evaluación continua con conjuntos dorados.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de despliegue progresivo por fases.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Agentes de IA en producción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Oz Radio —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 chatbot al agente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Un agente de IA planifica, llama a herramientas y observa los resultados hasta completar una tarea.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 arnés del agente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Instrucciones, herramientas bien descritas, memoria y límites de pasos forman el arnés que hace fiable al agente.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Protocolo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El Model Context Protocol conecta los agentes con herramientas y fuentes de datos mediante un estándar abierto.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Evaluación y observabilidad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Conjuntos de pruebas, trazas y métricas de calidad permiten detectar regresiones antes de cada despliegue.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IA en producción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Cuotas, control de costes, supervisión humana y planes de reversión permiten operar agentes a escala.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Agentes de IA en producción</dc:title>
  <dc:subject/>
  <dc:creator>Oz Radio</dc:creator>
  <cp:keywords/>
  <dc:description>generated using python-pptx</dc:description>
  <cp:lastModifiedBy>Oz Radio</cp:lastModifiedBy>
  <cp:revision>1</cp:revision>
  <dcterms:created xsi:type="dcterms:W3CDTF">2013-01-27T09:14:16Z</dcterms:created>
  <dcterms:modified xsi:type="dcterms:W3CDTF">2013-01-27T09:15:58Z</dcterms:modified>
  <cp:category/>
</cp:coreProperties>
</file>