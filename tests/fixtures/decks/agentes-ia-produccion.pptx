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Contrastar un asistente conversacional con un agente que actúa.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el registro detallado de cada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la autenticación y el principio de mínimo privilegio.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 a la evaluación continua con conjuntos dorados.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Ejemplos de despliegue progresivo por fases.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Agentes de IA en producción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DeckFM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 chatbot al agente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Un agente de IA planifica, llama a herramientas y observa los resultados hasta completar una tarea.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arnés del agente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Instrucciones, herramientas bien descritas, memoria y límites de pasos forman el arnés que hace fiable al agente.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Protocolo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El Model Context Protocol conecta los agentes con herramientas y fuentes de datos mediante un estándar abierto.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y observabilidad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Conjuntos de pruebas, trazas y métricas de calidad permiten detectar regresiones antes de cada despliegue.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en producción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Cuotas, control de costes, supervisión humana y planes de reversión permiten operar agentes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de IA en producción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