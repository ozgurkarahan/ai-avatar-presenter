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Clarify that SaaS shifts most responsibility to the vendor, but identity stays with the customer.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Reference NIST SP 800-207 and Azure Conditional Access policies.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Recommend disabling TLS 1.0/1.1 and auditing with Defender for Cloud.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Mention Azure Firewall Premium and IDPS signatures.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Highlight MITRE ATT&amp;CK coverage and Kusto hunt queries.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Cloud Security Fundamentals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DeckFM — Demo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Shared Responsibility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/>
              <a:t>In IaaS the provider secures the hypervisor while the customer secures the operating system and data.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Identity &amp; Zero Trust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/>
              <a:t>Zero trust assumes breach and verifies every request with strong authentication and least-privilege access.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Encryption at Rest and in Transit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/>
              <a:t>TLS 1.3 protects data in motion while customer-managed keys in Key Vault protect data at rest.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Network Segmentation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/>
              <a:t>Private endpoints, VNet peering and NSGs replace the legacy perimeter with micro-segmented workloads.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Incident Response in the Cloud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/>
              <a:t>Automated playbooks in Sentinel can quarantine compromised identities within minutes of detection.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Cloud Security Fundamentals</dc:title>
  <dc:subject/>
  <dc:creator>DeckFM</dc:creator>
  <cp:keywords/>
  <dc:description>generated using python-pptx</dc:description>
  <cp:lastModifiedBy>DeckFM</cp:lastModifiedBy>
  <cp:revision>1</cp:revision>
  <dcterms:created xsi:type="dcterms:W3CDTF">2013-01-27T09:14:16Z</dcterms:created>
  <dcterms:modified xsi:type="dcterms:W3CDTF">2013-01-27T09:15:58Z</dcterms:modified>
  <cp:category/>
</cp:coreProperties>
</file>