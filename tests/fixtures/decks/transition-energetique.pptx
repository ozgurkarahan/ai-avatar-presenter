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Évoquer la fermeture de Fessenheim et la relance du nouveau nucléaire (EPR2).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Citer l'objectif de 700 000 rénovations par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Mentionner la stratégie nationale hydrogène dotée de 9 milliards d'euros.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Référence au règlement AFIR européen.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l'objectif de -10% de consommation d'ici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transition énergétique en France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 énergétique français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 nucléaire fournit environ 70% de l'électricité française, complété par l'hydraulique et les renouvelables.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Rénovation énergétique des bâtiments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MaPrimeRénov' et les certificats d'économie d'énergie financent l'isolation thermique des logements anciens.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Hydrogène décarboné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L'électrolyse de l'eau alimentée par le nucléaire produit un hydrogène bas-carbone pour l'industrie lourde.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Mobilité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 déploiement des bornes de recharge rapide accélère l'adoption des véhicules électriques.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Sobriété énergétique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Réduire la consommation avant de produire : c'est le premier levier du plan sobriété énergétique.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transition énergétique en France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