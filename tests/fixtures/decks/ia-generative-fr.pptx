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différence entre IA prédictive et IA générative.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qu'un bon contexte réduit les hallucinations davantage qu'une formulation astucieuse.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Évoquer la recherche hybride et le reclassement sémantique.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validation humaine des actions sensibles.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Mentionner le règlement européen sur l'IA (AI Act).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L'IA générative en entreprise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DeckFM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Qu'est-ce que l'IA générative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Les modèles de langage génèrent du texte, du code ou des images à partir d'instructions en langage naturel.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Ingénierie du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L'ingénierie du contexte assemble instructions, documents et mémoire pour guider le modèle de langage.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Génération augmentée par récupération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 RAG recherche les passages pertinents dans vos documents et les transmet au modèle pour une réponse sourcée.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 et protocole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Les agents enchaînent raisonnement et appels d'outils ; le protocole MCP standardise l'accès aux outils et aux données.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responsable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Transparence, confidentialité des données et supervision humaine encadrent chaque déploiement d'IA générative.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L'IA générative en entreprise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