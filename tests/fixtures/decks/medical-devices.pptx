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MDR 2017/745 replacing the old directive.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MEDDEV 2.7/1 rev 4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EUDAMED and UDI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to ISO 14971 for risk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SBOM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Medical Device Regulation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Oz Radio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MDR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Medical devices are classified I, IIa, IIb or III depending on invasiveness, duration of contact and active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Manufacturers must demonstrate clinical safety and performance through literature review and clinical investigations.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Post-Market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Vigilance reporting, PSUR and PMCF studies keep real-world evidence flowing back to the manufacturer.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Management ISO 13485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ISO 13485 requires risk-based processes for design, production and service of medical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for Connected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FDA and MDCG guidance require secure boot, threat modelling and coordinated vulnerability disclosure.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Device Regulation</dc:title>
  <dc:subject/>
  <dc:creator>Oz Radio</dc:creator>
  <cp:keywords/>
  <dc:description>generated using python-pptx</dc:description>
  <cp:lastModifiedBy>Oz Radio</cp:lastModifiedBy>
  <cp:revision>1</cp:revision>
  <dcterms:created xsi:type="dcterms:W3CDTF">2013-01-27T09:14:16Z</dcterms:created>
  <dcterms:modified xsi:type="dcterms:W3CDTF">2013-01-27T09:15:58Z</dcterms:modified>
  <cp:category/>
</cp:coreProperties>
</file>