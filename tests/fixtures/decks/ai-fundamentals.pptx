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tokens, context windows and why instruction tuning makes models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latency, cost and privacy benefits of on-device inference.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the difference between open weights and fully open training data and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latency budget of a real-time voice assistant.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 evaluating candidate models on a representative golden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Fundamentals: Models and Language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Oz Radio —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Large Language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Large language models are trained on vast text corpora to predict the next token and follow natural-language instructions.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Small Language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Small language models trade breadth for speed and cost and can run on laptops, phones or edge devices.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Open-Weight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Open-weight models publish their parameters so teams can self-host, inspect and fine-tune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Speech: STT and TTS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Speech-to-text transcribes spoken audio while neural text-to-speech turns text into natural-sounding voices.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Choosing 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Model selection balances quality, latency, cost and licensing against the needs of each task.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Fundamentals: Models and Language Models</dc:title>
  <dc:subject/>
  <dc:creator>Oz Radio</dc:creator>
  <cp:keywords/>
  <dc:description>generated using python-pptx</dc:description>
  <cp:lastModifiedBy>Oz Radio</cp:lastModifiedBy>
  <cp:revision>1</cp:revision>
  <dcterms:created xsi:type="dcterms:W3CDTF">2013-01-27T09:14:16Z</dcterms:created>
  <dcterms:modified xsi:type="dcterms:W3CDTF">2013-01-27T09:15:58Z</dcterms:modified>
  <cp:category/>
</cp:coreProperties>
</file>