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tokens, context windows and why instruction tuning makes models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latency, cost and privacy benefits of on-device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the difference between open weights and fully open training data and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latency budget of a real-time voice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evaluating candidate models on a representative golden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Fundamentals: Models and Language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DeckFM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Large language models are trained on vast text corpora to predict the next token and follow natural-language instructions.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Small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Small language models trade breadth for speed and cost and can run on laptops, phones or edge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Open-Weight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Open-weight models publish their parameters so teams can self-host, inspect and fine-tune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Speech: STT and TTS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Speech-to-text transcribes spoken audio while neural text-to-speech turns text into natural-sounding voices.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Model selection balances quality, latency, cost and licensing against the needs of each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Fundamentals: Models and Language Models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