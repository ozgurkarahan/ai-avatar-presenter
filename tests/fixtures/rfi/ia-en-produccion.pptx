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lección aborda cómo pasar de la teoría a la práctica en producción. Cubriremos las tres palancas de valor principales y cómo estructurar un primer proyecto de IA industrial.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mantenimiento predictivo combina sensores y modelos de machine learning para detectar anomalías antes del fallo. Las empresas reportan entre veinte y treinta por ciento de ahorro en paradas no planificadas.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optimización energética basada en IA ajusta consignas en tiempo real según demanda y condiciones. Ahorros típicos de cinco a quince por ciento reducen directamente las emisiones de alcance 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visión por computadora permite inspeccionar el cien por cien de las piezas en tiempo real, algo imposible manualmente. La retroalimentación instantánea al operario mejora tanto calidad como productividad.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proyecto de IA en producción debe empezar acotado, con un equipo mixto de negocio y datos. Medid KPIs antes y después, y escalad solo después de validar el valor real en planta.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IA aplicada a producción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Tres palancas de valor</a:t>
            </a:r>
          </a:p>
          <a:p>
            <a:r>
              <a:t>Cómo estructurar un proyecto</a:t>
            </a:r>
          </a:p>
          <a:p>
            <a:r>
              <a:t>Prerequisito: introducción a la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Mantenimiento predictivo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Sensores vibración y temperatura</a:t>
            </a:r>
          </a:p>
          <a:p>
            <a:pPr/>
            <a:r>
              <a:t>Modelos detectan anomalías</a:t>
            </a:r>
          </a:p>
          <a:p>
            <a:pPr/>
            <a:r>
              <a:t>Reducción paradas no planificadas</a:t>
            </a:r>
          </a:p>
          <a:p>
            <a:pPr/>
            <a:r>
              <a:t>Retorno típico: 20-30% ahorro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Optimización energética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Modelos de consumo en tiempo real</a:t>
            </a:r>
          </a:p>
          <a:p>
            <a:pPr/>
            <a:r>
              <a:t>Ajuste automático de consignas</a:t>
            </a:r>
          </a:p>
          <a:p>
            <a:pPr/>
            <a:r>
              <a:t>Ahorro 5-15% en energía</a:t>
            </a:r>
          </a:p>
          <a:p>
            <a:pPr/>
            <a:r>
              <a:t>Reduce scope 2 directamente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de calidad con visión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Cámaras de alta resolución</a:t>
            </a:r>
          </a:p>
          <a:p>
            <a:pPr/>
            <a:r>
              <a:t>Modelos detectan defectos</a:t>
            </a:r>
          </a:p>
          <a:p>
            <a:pPr/>
            <a:r>
              <a:t>100% de piezas inspeccionadas</a:t>
            </a:r>
          </a:p>
          <a:p>
            <a:pPr/>
            <a:r>
              <a:t>Retroalimentación instantánea al operario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estructurar un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Empezar por un caso acotado</a:t>
            </a:r>
          </a:p>
          <a:p>
            <a:pPr/>
            <a:r>
              <a:t>Equipo mixto: negocio + datos</a:t>
            </a:r>
          </a:p>
          <a:p>
            <a:pPr/>
            <a:r>
              <a:t>Medir KPIs antes y después</a:t>
            </a:r>
          </a:p>
          <a:p>
            <a:pPr/>
            <a:r>
              <a:t>Escalar solo tras validar valor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