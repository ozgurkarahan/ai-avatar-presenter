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última lección del itinerario aborda la ética de la IA, un tema transversal imprescindible. Una IA técnicamente buena pero mal gobernada puede generar más riesgos que beneficios.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principios guían la IA responsable: transparencia, equidad, privacidad, responsabilidad humana y robustez técnica. Son aplicables tanto a modelos comprados como desarrollados internamente.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sesgos son el riesgo más insidioso porque se propagan de los datos al modelo sin ser visibles. Auditorías regulares y equipos diversos son la mejor protección frente a decisiones discriminatorias.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IA debe asistir a las personas, no sustituirlas en decisiones críticas. La formación continua y la comunicación transparente con los empleados son claves para una adopción sostenible.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gobernanza eficaz combina un comité de ética, un inventario de modelos en uso, evaluaciones de impacto por caso y formación obligatoria para los usuarios. Es la base de una IA empresarial responsable.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Ética de la IA en la empresa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 qué la ética es clave</a:t>
            </a:r>
          </a:p>
          <a:p>
            <a:r>
              <a:t>Cinco principios aplicables</a:t>
            </a:r>
          </a:p>
          <a:p>
            <a:r>
              <a:t>Prerequisito: IA en producción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Cinco principios fundamentales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Transparencia de los modelos</a:t>
            </a:r>
          </a:p>
          <a:p>
            <a:pPr/>
            <a:r>
              <a:t>Equidad y no discriminación</a:t>
            </a:r>
          </a:p>
          <a:p>
            <a:pPr/>
            <a:r>
              <a:t>Respeto de la privacidad</a:t>
            </a:r>
          </a:p>
          <a:p>
            <a:pPr/>
            <a:r>
              <a:t>Responsabilidad humana clara</a:t>
            </a:r>
          </a:p>
          <a:p>
            <a:pPr/>
            <a:r>
              <a:t>Robustez y seguridad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Sesgos: el riesgo invisible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Datos sesgados = modelos sesgados</a:t>
            </a:r>
          </a:p>
          <a:p>
            <a:pPr/>
            <a:r>
              <a:t>Ejemplo: decisiones de RRHH</a:t>
            </a:r>
          </a:p>
          <a:p>
            <a:pPr/>
            <a:r>
              <a:t>Auditoría regular necesaria</a:t>
            </a:r>
          </a:p>
          <a:p>
            <a:pPr/>
            <a:r>
              <a:t>Diversidad del equipo ayuda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 y trabajo: el factor humano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IA asiste, no sustituye</a:t>
            </a:r>
          </a:p>
          <a:p>
            <a:pPr/>
            <a:r>
              <a:t>Formación continua imprescindible</a:t>
            </a:r>
          </a:p>
          <a:p>
            <a:pPr/>
            <a:r>
              <a:t>Decisiones críticas siguen siendo humanas</a:t>
            </a:r>
          </a:p>
          <a:p>
            <a:pPr/>
            <a:r>
              <a:t>Comunicación transparente con empleados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Gobernanza de IA en la empresa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Comité de ética IA</a:t>
            </a:r>
          </a:p>
          <a:p>
            <a:pPr/>
            <a:r>
              <a:t>Inventario de modelos usados</a:t>
            </a:r>
          </a:p>
          <a:p>
            <a:pPr/>
            <a:r>
              <a:t>Evaluación de impacto por caso</a:t>
            </a:r>
          </a:p>
          <a:p>
            <a:pPr/>
            <a:r>
              <a:t>Formación obligatoria para usuarios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