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Saint-Gobain's own science-based target and the ACT methodology we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cost curves: solar PV LCOE dropped 89% in a decade.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our closed-loop gypsum take-back programme and recycled-content glass wool.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the GHG Protocol and CDP disclosures.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our cool-roof and high-performance glazing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Climate Action &amp; Sustainability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Saint-Gobain · AI Avatar Presenter · UC1 test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Carbon Neutrality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Reaching net-zero emissions by 2050 requires decarbonising the power grid, electrifying transport, and restoring forests.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Renewable Energy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Solar photovoltaics and offshore wind are the fastest-growing sources of renewable electricity worldwide.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Circular Economy for Buildings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Glass, gypsum and insulation materials can be recycled into new products, reducing raw material extraction.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Carbon Accounting &amp; Scope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Scope 3 emissions from purchased goods often dominate a manufacturer's footprint and require supplier engagement.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Adaptation &amp; Resilience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Rising sea levels, heatwaves and extreme precipitation demand resilient building envelopes and passive cooling.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