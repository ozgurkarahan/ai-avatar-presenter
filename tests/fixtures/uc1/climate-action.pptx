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organisation's own science-based target and the ACT methodology we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cost curves: solar PV LCOE dropped 89% in a decade.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closed-loop take-back programmes and recycled-content insulation as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the GHG Protocol and CDP disclosures.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cool roofs and high-performance glazing as proven adaptation measures.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Climate Action &amp; Sustainability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Avatar Presenter —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Carbon Neutrality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Reaching net-zero emissions by 2050 requires decarbonising the power grid, electrifying transport, and restoring forests.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Renewable Energy Transition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Solar photovoltaics and offshore wind are the fastest-growing sources of renewable electricity worldwide.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Circular Economy for Buildings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Glass, gypsum and insulation materials can be recycled into new products, reducing raw material extraction.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Carbon Accounting &amp; Scope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Scope 3 emissions from purchased goods often dominate a manufacturer's footprint and require supplier engagement.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Adaptation &amp; 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Rising sea levels, heatwaves and extreme precipitation demand resilient building envelopes and passive cooling.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Action &amp; Sustainability</dc:title>
  <dc:subject/>
  <dc:creator>AI Avatar Presenter</dc:creator>
  <cp:keywords/>
  <dc:description>generated using python-pptx</dc:description>
  <cp:lastModifiedBy>AI Avatar Presenter</cp:lastModifiedBy>
  <cp:revision>1</cp:revision>
  <dcterms:created xsi:type="dcterms:W3CDTF">2013-01-27T09:14:16Z</dcterms:created>
  <dcterms:modified xsi:type="dcterms:W3CDTF">2013-01-27T09:15:58Z</dcterms:modified>
  <cp:category/>
</cp:coreProperties>
</file>