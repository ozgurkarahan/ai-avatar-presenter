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Mention MDR 2017/745 replacing the old directive.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MEDDEV 2.7/1 rev 4 guidance.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Cite EUDAMED and UDI requirements.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Link to ISO 14971 for risk management.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Highlight SBOM requirements.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Medical Device Regulation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Saint-Gobain · AI Avatar Presenter · UC1 test fixture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EU MDR Classification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Medical devices are classified I, IIa, IIb or III depending on invasiveness, duration of contact and active function.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Clinical Evaluation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Manufacturers must demonstrate clinical safety and performance through literature review and clinical investigations.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Post-Market Surveillance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Vigilance reporting, PSUR and PMCF studies keep real-world evidence flowing back to the manufacturer.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Quality Management ISO 13485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ISO 13485 requires risk-based processes for design, production and service of medical devices.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Cybersecurity for Connected Devices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FDA and MDCG guidance require secure boot, threat modelling and coordinated vulnerability disclosure.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