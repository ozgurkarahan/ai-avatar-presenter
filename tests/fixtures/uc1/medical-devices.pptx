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MDR 2017/745 replacing the old directive.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MEDDEV 2.7/1 rev 4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EUDAMED and UDI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ISO 14971 for risk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SBOM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Medical Device Regulation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Avatar Presenter —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MDR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Medical devices are classified I, IIa, IIb or III depending on invasiveness, duration of contact and active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Manufacturers must demonstrate clinical safety and performance through literature review and clinical investigations.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Post-Market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Vigilance reporting, PSUR and PMCF studies keep real-world evidence flowing back to the manufacturer.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Management ISO 13485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ISO 13485 requires risk-based processes for design, production and service of medical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for Connected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FDA and MDCG guidance require secure boot, threat modelling and coordinated vulnerability disclosure.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Device Regulation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