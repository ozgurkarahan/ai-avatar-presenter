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Évoquer la fermeture de Fessenheim et la relance du nouveau nucléaire (EPR2).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Citer l'objectif de 700 000 rénovations par 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Mentionner la stratégie nationale hydrogène dotée de 9 milliards d'euros.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Référence au règlement AFIR européen.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Rappeler l'objectif de -10% de consommation d'ici 2024.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La transition énergétique en France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Avatar Presenter —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Mix énergétique français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Le nucléaire fournit environ 70% de l'électricité française, complété par l'hydraulique et les renouvelables.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Rénovation énergétique des bâtiments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MaPrimeRénov' et les certificats d'économie d'énergie financent l'isolation thermique des logements anciens.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Hydrogène décarboné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L'électrolyse de l'eau alimentée par le nucléaire produit un hydrogène bas-carbone pour l'industrie lourde.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Mobilité électrique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Le déploiement des bornes de recharge rapide accélère l'adoption des véhicules électriques.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Sobriété énergétique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Réduire la consommation avant de produire : c'est le premier levier du plan sobriété énergétique.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transition énergétique en France</dc:title>
  <dc:subject/>
  <dc:creator>AI Avatar Presenter</dc:creator>
  <cp:keywords/>
  <dc:description>generated using python-pptx</dc:description>
  <cp:lastModifiedBy>AI Avatar Presenter</cp:lastModifiedBy>
  <cp:revision>1</cp:revision>
  <dcterms:created xsi:type="dcterms:W3CDTF">2013-01-27T09:14:16Z</dcterms:created>
  <dcterms:modified xsi:type="dcterms:W3CDTF">2013-01-27T09:15:58Z</dcterms:modified>
  <cp:category/>
</cp:coreProperties>
</file>