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SaaS shifts most responsibility to the vendor, but identity stays with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NIST SP 800-207 and Azure Conditional Access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disabling TLS 1.0/1.1 and auditing with Defender for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Azure Firewall Premium and IDPS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MITRE ATT&amp;CK coverage and Kusto hunt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Security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Avatar Presenter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Responsibility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 IaaS the provider secures the hypervisor while the customer secures the operating system and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Zero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Zero trust assumes breach and verifies every request with strong authentication and least-privilege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at Rest and in Transit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TLS 1.3 protects data in motion while customer-managed keys in Key Vault protect data at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Private endpoints, VNet peering and NSGs replace the legacy perimeter with micro-segmented workloads.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Automated playbooks in Sentinel can quarantine compromised identities within minutes of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Fundamentals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