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to the EU AI Act risk-based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COMPAS recidivism study and gender-shaded facial analysis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model-agnostic vs model-specific explainers.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Apple's on-device learning and Google's federated keyboard.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 adopting NIST AI RMF.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Responsible AI &amp; Ethics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Avatar Presenter —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Principles of Responsible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Fairness, transparency, accountability, privacy and safety are the five pillars of responsible AI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Training data reflecting historical inequities can cause models to discriminate against protected groups.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Explainability &amp; Interpretability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SHAP and LIME let practitioners attribute a model's prediction to individual input features.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Privacy-Preserving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Federated learning and differential privacy enable training on sensitive data without centralising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&amp; AI Audits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Model cards, datasheets and third-party audits operationalise AI governance inside an enterprise.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Responsible AI &amp; Ethics</dc:title>
  <dc:subject/>
  <dc:creator>AI Avatar Presenter</dc:creator>
  <cp:keywords/>
  <dc:description>generated using python-pptx</dc:description>
  <cp:lastModifiedBy>AI Avatar Presenter</cp:lastModifiedBy>
  <cp:revision>1</cp:revision>
  <dcterms:created xsi:type="dcterms:W3CDTF">2013-01-27T09:14:16Z</dcterms:created>
  <dcterms:modified xsi:type="dcterms:W3CDTF">2013-01-27T09:15:58Z</dcterms:modified>
  <cp:category/>
</cp:coreProperties>
</file>