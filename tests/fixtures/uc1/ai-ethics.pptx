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to the EU AI Act risk-based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COMPAS recidivism study and gender-shaded facial analysis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 model-agnostic vs model-specific explainers.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Reference Apple's on-device learning and Google's federated keyboard.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Suggest adopting NIST AI RMF.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Responsible AI &amp; Ethics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Saint-Gobain · AI Avatar Presenter · UC1 test fixture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Principles of Responsible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Fairness, transparency, accountability, privacy and safety are the five pillars of responsible AI deployment.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Bias in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Training data reflecting historical inequities can cause models to discriminate against protected groups.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Explainability &amp; Interpretability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SHAP and LIME let practitioners attribute a model's prediction to individual input features.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Privacy-Preserving 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Federated learning and differential privacy enable training on sensitive data without centralising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Governance &amp; AI Audits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/>
              <a:t>Model cards, datasheets and third-party audits operationalise AI governance inside an enterprise.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