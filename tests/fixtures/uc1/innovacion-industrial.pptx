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Mencionar el plan España Digital 2026 y los PERTE industriales.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Citar ejemplos aeroespaciales y de herramental.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Referencia a la norma ISO 10218 y TS 15066.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Destacar el reglamento europeo sobre diseño ecológico.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en plantas químicas y líneas de vidrio.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Innovación industrial y fabricación avanzada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Saint-Gobain · AI Avatar Presenter · UC1 test fixture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Industria 4.0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La digitalización, el IoT industrial y los gemelos digitales transforman la fabricación tradicional.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Fabricación aditiva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La impresión 3D metálica permite piezas ligeras y geometrías imposibles con mecanizado convencional.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Robótica colaborativa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Los cobots trabajan junto a operarios humanos sin jaulas de seguridad, aumentando la productividad.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Economía circular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La remanufactura y el reciclaje avanzado reducen el consumo de materias primas críticas.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Gemelos digitales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Los modelos virtuales sincronizados con activos físicos optimizan el mantenimiento predictivo y la eficiencia.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