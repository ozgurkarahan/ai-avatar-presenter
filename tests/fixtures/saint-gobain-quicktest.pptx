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Saint-Gobain is a global leader in sustainable construction, present in 76 countries with 160,000 employees.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strategic plan commits us to net-zero carbon emissions by 2050, with a 33 percent reduction in CO2 by 2030.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A2E5C"/>
                </a:solidFill>
              </a:defRPr>
            </a:pPr>
            <a:r>
              <a:t>Saint-Gobain in 30 Seconds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1F2A3D"/>
                </a:solidFill>
              </a:defRPr>
            </a:pPr>
            <a:r>
              <a:t>• 360 years of materials innovation</a:t>
            </a:r>
          </a:p>
          <a:p>
            <a:pPr>
              <a:spcAft>
                <a:spcPts val="1400"/>
              </a:spcAft>
              <a:defRPr sz="2200">
                <a:solidFill>
                  <a:srgbClr val="1F2A3D"/>
                </a:solidFill>
              </a:defRPr>
            </a:pPr>
            <a:r>
              <a:t>• 76 countries, 160k employees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A2E5C"/>
                </a:solidFill>
              </a:defRPr>
            </a:pPr>
            <a:r>
              <a:t>Our 2030 Ambition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1F2A3D"/>
                </a:solidFill>
              </a:defRPr>
            </a:pPr>
            <a:r>
              <a:t>• Net zero by 2050</a:t>
            </a:r>
          </a:p>
          <a:p>
            <a:pPr>
              <a:spcAft>
                <a:spcPts val="1400"/>
              </a:spcAft>
              <a:defRPr sz="2200">
                <a:solidFill>
                  <a:srgbClr val="1F2A3D"/>
                </a:solidFill>
              </a:defRPr>
            </a:pPr>
            <a:r>
              <a:t>• -33% CO2 by 2030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