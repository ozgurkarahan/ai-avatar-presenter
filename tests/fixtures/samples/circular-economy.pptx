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deck of this sustainability path shifts from reducing emissions to rethinking the whole value chain. Circular economy turns waste into resource and extends product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linear take-make-waste model reaches its limits as resources get scarcer. Circular economy keeps materials at their highest value through reduce, reuse, recycle and regenerate strategies.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almost always beats recycling because it avoids the energy of reprocessing. Component reuse programs for windows, beams or equipment can extend lifespan and unlock second-life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Industrial symbiosis turns one company's waste into another's feedstock, like steel slag feeding cement plants. Regional clusters with shared infrastructure make the economics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start, audit waste streams at one site to see the value leaking out. Find a local reuse partner and set an achievable recycled-content target; small wins build momentum for bigger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Circular economy in practice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From linear to circular models</a:t>
            </a:r>
          </a:p>
          <a:p>
            <a:r>
              <a:t>Four circular strategies</a:t>
            </a:r>
          </a:p>
          <a:p>
            <a:r>
              <a:t>Prerequisite: low-carbon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linear to circular thinking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Linear: take-make-waste</a:t>
            </a:r>
          </a:p>
          <a:p>
            <a:pPr/>
            <a:r>
              <a:t>Circular: reduce-reuse-recycle-regenerate</a:t>
            </a:r>
          </a:p>
          <a:p>
            <a:pPr/>
            <a:r>
              <a:t>Keep materials at highest value</a:t>
            </a:r>
          </a:p>
          <a:p>
            <a:pPr/>
            <a:r>
              <a:t>Design for disassembly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Reuse before recycle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Component reuse: windows, beams</a:t>
            </a:r>
          </a:p>
          <a:p>
            <a:pPr/>
            <a:r>
              <a:t>Refurbishment programs</a:t>
            </a:r>
          </a:p>
          <a:p>
            <a:pPr/>
            <a:r>
              <a:t>Second-life markets</a:t>
            </a:r>
          </a:p>
          <a:p>
            <a:pPr/>
            <a:r>
              <a:t>Avoids reprocessing 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Industrial symbiosis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One company's waste = another's feedstock</a:t>
            </a:r>
          </a:p>
          <a:p>
            <a:pPr/>
            <a:r>
              <a:t>Example: slag from steel to cement</a:t>
            </a:r>
          </a:p>
          <a:p>
            <a:pPr/>
            <a:r>
              <a:t>Regional clusters work best</a:t>
            </a:r>
          </a:p>
          <a:p>
            <a:pPr/>
            <a:r>
              <a:t>Shared infrastructure key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Getting started: 3 quick wins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Audit waste streams on one site</a:t>
            </a:r>
          </a:p>
          <a:p>
            <a:pPr/>
            <a:r>
              <a:t>Find a local reuse partner</a:t>
            </a:r>
          </a:p>
          <a:p>
            <a:pPr/>
            <a:r>
              <a:t>Set a 10% recycled-content target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Circular economy in practice</dc:title>
  <dc:subject/>
  <dc:creator>AI Avatar Presenter</dc:creator>
  <cp:keywords/>
  <dc:description>generated using python-pptx</dc:description>
  <cp:lastModifiedBy>AI Avatar Presenter</cp:lastModifiedBy>
  <cp:revision>1</cp:revision>
  <dcterms:created xsi:type="dcterms:W3CDTF">2013-01-27T09:14:16Z</dcterms:created>
  <dcterms:modified xsi:type="dcterms:W3CDTF">2013-01-27T09:15:58Z</dcterms:modified>
  <cp:category/>
</cp:coreProperties>
</file>