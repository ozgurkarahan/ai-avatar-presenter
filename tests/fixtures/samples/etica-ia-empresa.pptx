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última lección del itinerario aborda la ética de la IA, un tema transversal imprescindible. Una IA técnicamente buena pero mal gobernada puede generar más riesgos que beneficios.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Cinco principios guían la IA responsable: transparencia, equidad, privacidad, responsabilidad humana y robustez técnica. Son aplicables tanto a modelos comprados como desarrollados internamente.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sesgos son el riesgo más insidioso porque se propagan de los datos al modelo sin ser visibles. Auditorías regulares y equipos diversos son la mejor protección frente a decisiones discriminatorias.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IA debe asistir a las personas, no sustituirlas en decisiones críticas. La formación continua y la comunicación transparente con los empleados son claves para una adopción sostenible.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Una gobernanza eficaz combina un comité de ética, un inventario de modelos en uso, evaluaciones de impacto por caso y formación obligatoria para los usuarios. Es la base de una IA empresarial responsable.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Ética de la IA en la empresa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Por qué la ética es clave</a:t>
            </a:r>
          </a:p>
          <a:p>
            <a:r>
              <a:t>Cinco principios aplicables</a:t>
            </a:r>
          </a:p>
          <a:p>
            <a:r>
              <a:t>Prerequisito: IA en producción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Cinco principios fundamentales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Transparencia de los modelos</a:t>
            </a:r>
          </a:p>
          <a:p>
            <a:pPr/>
            <a:r>
              <a:t>Equidad y no discriminación</a:t>
            </a:r>
          </a:p>
          <a:p>
            <a:pPr/>
            <a:r>
              <a:t>Respeto de la privacidad</a:t>
            </a:r>
          </a:p>
          <a:p>
            <a:pPr/>
            <a:r>
              <a:t>Responsabilidad humana definida</a:t>
            </a:r>
          </a:p>
          <a:p>
            <a:pPr/>
            <a:r>
              <a:t>Robustez y seguridad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Sesgos: el riesgo invisible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Datos sesgados = modelos sesgados</a:t>
            </a:r>
          </a:p>
          <a:p>
            <a:pPr/>
            <a:r>
              <a:t>Ejemplo: decisiones de RRHH</a:t>
            </a:r>
          </a:p>
          <a:p>
            <a:pPr/>
            <a:r>
              <a:t>Auditoría regular necesaria</a:t>
            </a:r>
          </a:p>
          <a:p>
            <a:pPr/>
            <a:r>
              <a:t>Diversidad del equipo ayuda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 y trabajo: el factor humano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IA asiste, no sustituye</a:t>
            </a:r>
          </a:p>
          <a:p>
            <a:pPr/>
            <a:r>
              <a:t>Formación continua imprescindible</a:t>
            </a:r>
          </a:p>
          <a:p>
            <a:pPr/>
            <a:r>
              <a:t>Decisiones críticas siguen siendo humanas</a:t>
            </a:r>
          </a:p>
          <a:p>
            <a:pPr/>
            <a:r>
              <a:t>Comunicación transparente con empleados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Gobernanza de IA en la empresa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Comité de ética IA</a:t>
            </a:r>
          </a:p>
          <a:p>
            <a:pPr/>
            <a:r>
              <a:t>Inventario de modelos usados</a:t>
            </a:r>
          </a:p>
          <a:p>
            <a:pPr/>
            <a:r>
              <a:t>Evaluación de impacto por caso</a:t>
            </a:r>
          </a:p>
          <a:p>
            <a:pPr/>
            <a:r>
              <a:t>Formación obligatoria para usuarios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Ética de la IA en la empresa</dc:title>
  <dc:subject/>
  <dc:creator>DeckFM</dc:creator>
  <cp:keywords/>
  <dc:description>generated using python-pptx</dc:description>
  <cp:lastModifiedBy>DeckFM</cp:lastModifiedBy>
  <cp:revision>1</cp:revision>
  <dcterms:created xsi:type="dcterms:W3CDTF">2013-01-27T09:14:16Z</dcterms:created>
  <dcterms:modified xsi:type="dcterms:W3CDTF">2013-01-27T09:15:58Z</dcterms:modified>
  <cp:category/>
</cp:coreProperties>
</file>