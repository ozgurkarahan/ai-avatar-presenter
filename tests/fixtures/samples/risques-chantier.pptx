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les fondamentaux, nous passons à l'identification des risques spécifiques au chantier. Cette formation vous apprend à reconnaître les situations dangereuses et à agir en prévention.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risque de chute représente la première cause d'accidents graves sur chantier. Il se décline en trois types : chute de plain-pied, chute en hauteur et chute d'objets, chacun avec ses mesures préventives.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engins et outils sont indispensables mais présentent des risques de collision, coincement ou projection. Respectez les zones de manœuvre délimitées et maintenez toujours une distance de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risques chimiques et poussières sont souvent invisibles mais peuvent causer des pathologies graves à long terme. Consultez toujours la fiche de sécurité du produit et portez le masque adapté.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Adoptez systématiquement la méthode observer-évaluer-agir avant toute intervention. L'objectif est de supprimer le risque à la source, ou à défaut de le réduire ou de s'en protéger.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Identifier et prévenir les risques de chantier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 4 familles de risques majeurs</a:t>
            </a:r>
          </a:p>
          <a:p>
            <a:r>
              <a:t>Méthode d'évaluation</a:t>
            </a:r>
          </a:p>
          <a:p>
            <a:r>
              <a:t>Prérequis : formation sécurité de 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 de chute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Chutes de plain-pied (sols glissants)</a:t>
            </a:r>
          </a:p>
          <a:p>
            <a:pPr/>
            <a:r>
              <a:t>Chutes en hauteur (échafaudages)</a:t>
            </a:r>
          </a:p>
          <a:p>
            <a:pPr/>
            <a:r>
              <a:t>Chutes d'objets</a:t>
            </a:r>
          </a:p>
          <a:p>
            <a:pPr/>
            <a:r>
              <a:t>Première cause d'accidents graves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 lié aux engins et outils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Engins de levage</a:t>
            </a:r>
          </a:p>
          <a:p>
            <a:pPr/>
            <a:r>
              <a:t>Outils électroportatifs</a:t>
            </a:r>
          </a:p>
          <a:p>
            <a:pPr/>
            <a:r>
              <a:t>Véhicules de chantier</a:t>
            </a:r>
          </a:p>
          <a:p>
            <a:pPr/>
            <a:r>
              <a:t>Zones de manœuvre délimitées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chimiques et poussières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Solvants et produits volatils</a:t>
            </a:r>
          </a:p>
          <a:p>
            <a:pPr/>
            <a:r>
              <a:t>Poussières de silice et d'amiante</a:t>
            </a:r>
          </a:p>
          <a:p>
            <a:pPr/>
            <a:r>
              <a:t>Masque FFP2 ou FFP3 selon produit</a:t>
            </a:r>
          </a:p>
          <a:p>
            <a:pPr/>
            <a:r>
              <a:t>Fiche de sécurité obligatoire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Méthode : observer, évaluer, agir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Observer l'environnement avant d'intervenir</a:t>
            </a:r>
          </a:p>
          <a:p>
            <a:pPr/>
            <a:r>
              <a:t>Évaluer les risques associés</a:t>
            </a:r>
          </a:p>
          <a:p>
            <a:pPr/>
            <a:r>
              <a:t>Agir : supprimer, réduire ou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 et prévenir les risques de chantier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