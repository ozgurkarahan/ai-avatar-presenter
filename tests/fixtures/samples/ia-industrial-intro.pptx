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Bienvenidos a esta introducción a la inteligencia artificial en la industria. Veremos qué es la IA aplicada, los casos de uso principales y cómo se integra en los procesos productivos.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la industria hay tres grandes tipos de IA con aplicaciones específicas. La predictiva anticipa fallos, la generativa crea contenido y la visión por computadora automatiza el control de calidad.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casos de uso más maduros son el mantenimiento predictivo, los asistentes generativos y el control de calidad automatizado. Todos han demostrado retornos medibles en plantas industriales.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IA depende completamente de la calidad de los datos disponibles. Sensores, históricos de producción y procesos limpios son el combustible; sin datos fiables ninguna IA ofrece resultados útiles.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introducción es el primer paso de un itinerario de tres lecciones. A continuación profundizaremos en la IA aplicada a producción y en las cuestiones éticas indispensables.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Introducción a la IA en la industria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Qué es la IA aplicada a la industria</a:t>
            </a:r>
          </a:p>
          <a:p>
            <a:r>
              <a:t>Casos de uso principales</a:t>
            </a:r>
          </a:p>
          <a:p>
            <a:r>
              <a:t>Destinatarios: todo el personal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Tres tipos de IA en la industria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IA predictiva (mantenimiento)</a:t>
            </a:r>
          </a:p>
          <a:p>
            <a:pPr/>
            <a:r>
              <a:t>IA generativa (documentos, diseño)</a:t>
            </a:r>
          </a:p>
          <a:p>
            <a:pPr/>
            <a:r>
              <a:t>Visión por computadora (calidad)</a:t>
            </a:r>
          </a:p>
          <a:p>
            <a:pPr/>
            <a:r>
              <a:t>Cada tipo resuelve problemas distintos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Casos de uso probados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Mantenimiento predictivo de equipos</a:t>
            </a:r>
          </a:p>
          <a:p>
            <a:pPr/>
            <a:r>
              <a:t>Asistentes generativos para operarios</a:t>
            </a:r>
          </a:p>
          <a:p>
            <a:pPr/>
            <a:r>
              <a:t>Control de calidad automatizado</a:t>
            </a:r>
          </a:p>
          <a:p>
            <a:pPr/>
            <a:r>
              <a:t>Asistentes para documentación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Datos: el combustible de la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Sensores e IoT en máquinas</a:t>
            </a:r>
          </a:p>
          <a:p>
            <a:pPr/>
            <a:r>
              <a:t>Datos históricos de producción</a:t>
            </a:r>
          </a:p>
          <a:p>
            <a:pPr/>
            <a:r>
              <a:t>Calidad y limpieza son críticas</a:t>
            </a:r>
          </a:p>
          <a:p>
            <a:pPr/>
            <a:r>
              <a:t>Sin datos buenos no hay IA útil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pasos de este itinerario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dive: IA en producción</a:t>
            </a:r>
          </a:p>
          <a:p>
            <a:pPr/>
            <a:r>
              <a:t>Deep dive: ética de la IA</a:t>
            </a:r>
          </a:p>
          <a:p>
            <a:pPr/>
            <a:r>
              <a:t>Cómo empezar en tu equipo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 IA en la industria</dc:title>
  <dc:subject/>
  <dc:creator>DeckFM</dc:creator>
  <cp:keywords/>
  <dc:description>generated using python-pptx</dc:description>
  <cp:lastModifiedBy>DeckFM</cp:lastModifiedBy>
  <cp:revision>1</cp:revision>
  <dcterms:created xsi:type="dcterms:W3CDTF">2013-01-27T09:14:16Z</dcterms:created>
  <dcterms:modified xsi:type="dcterms:W3CDTF">2013-01-27T09:15:58Z</dcterms:modified>
  <cp:category/>
</cp:coreProperties>
</file>