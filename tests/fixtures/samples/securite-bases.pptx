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Bienvenue dans cette formation sur les fondamentaux de la sécurité sur chantier. Nous allons couvrir les trois piliers indispensables : équipement de protection, signalisation et procédures d'urgence.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L'équipement de protection individuelle est votre première barrière contre les accidents. Casque, chaussures de sécurité et gilet haute visibilité sont obligatoires dès l'entrée sur site.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signalisation sur chantier suit un code couleur universel : rouge pour l'interdiction, bleu pour l'obligation et jaune pour l'avertissement. Respectez toujours les zones balisées physiquement par rubans ou barrières.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 un chantier, piétons et engins partagent l'espace, ce qui crée des risques majeurs. Respectez les voies piétonnes, ne passez jamais sous une charge suspendue et signalez toujours votre présence aux conducteurs d'engins.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Retenez trois réflexes simples : équipez-vous correctement avant d'entrer, respectez la signalisation et signalez tout risque au chef de chantier. Votre vigilance protège toute l'équipe.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Sécurité sur chantier : les fondamentaux</a:t>
            </a:r>
          </a:p>
        </p:txBody>
      </p:sp>
      <p:sp>
        <p:nvSpPr>
          <p:cNvPr id="3" name="Subtitle 2"/>
          <p:cNvSpPr>
            <a:spLocks noGrp="1"/>
          </p:cNvSpPr>
          <p:nvPr>
            <p:ph type="subTitle" idx="1"/>
          </p:nvPr>
        </p:nvSpPr>
        <p:spPr/>
        <p:txBody>
          <a:bodyPr/>
          <a:lstStyle/>
          <a:p>
            <a:r>
              <a:t>Introduction aux règles de base</a:t>
            </a:r>
          </a:p>
          <a:p>
            <a:r>
              <a:t>Public : nouveaux arrivants</a:t>
            </a:r>
          </a:p>
          <a:p>
            <a:r>
              <a:t>Durée : 5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Les équipements de protection individuelle</a:t>
            </a:r>
          </a:p>
        </p:txBody>
      </p:sp>
      <p:sp>
        <p:nvSpPr>
          <p:cNvPr id="3" name="Content Placeholder 2"/>
          <p:cNvSpPr>
            <a:spLocks noGrp="1"/>
          </p:cNvSpPr>
          <p:nvPr>
            <p:ph idx="1"/>
          </p:nvPr>
        </p:nvSpPr>
        <p:spPr/>
        <p:txBody>
          <a:bodyPr/>
          <a:lstStyle/>
          <a:p>
            <a:r>
              <a:t>Casque de chantier obligatoire</a:t>
            </a:r>
          </a:p>
          <a:p>
            <a:pPr/>
            <a:r>
              <a:t>Chaussures de sécurité S3</a:t>
            </a:r>
          </a:p>
          <a:p>
            <a:pPr/>
            <a:r>
              <a:t>Gilet haute visibilité</a:t>
            </a:r>
          </a:p>
          <a:p>
            <a:pPr/>
            <a:r>
              <a:t>Gants adaptés au risque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Signalisation et balisage</a:t>
            </a:r>
          </a:p>
        </p:txBody>
      </p:sp>
      <p:sp>
        <p:nvSpPr>
          <p:cNvPr id="3" name="Content Placeholder 2"/>
          <p:cNvSpPr>
            <a:spLocks noGrp="1"/>
          </p:cNvSpPr>
          <p:nvPr>
            <p:ph idx="1"/>
          </p:nvPr>
        </p:nvSpPr>
        <p:spPr/>
        <p:txBody>
          <a:bodyPr/>
          <a:lstStyle/>
          <a:p>
            <a:r>
              <a:t>Panneaux d'interdiction (rouge)</a:t>
            </a:r>
          </a:p>
          <a:p>
            <a:pPr/>
            <a:r>
              <a:t>Panneaux d'obligation (bleu)</a:t>
            </a:r>
          </a:p>
          <a:p>
            <a:pPr/>
            <a:r>
              <a:t>Panneaux d'avertissement (jaune)</a:t>
            </a:r>
          </a:p>
          <a:p>
            <a:pPr/>
            <a:r>
              <a:t>Zones balisées physiquement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Règles de circulation sur site</a:t>
            </a:r>
          </a:p>
        </p:txBody>
      </p:sp>
      <p:sp>
        <p:nvSpPr>
          <p:cNvPr id="3" name="Content Placeholder 2"/>
          <p:cNvSpPr>
            <a:spLocks noGrp="1"/>
          </p:cNvSpPr>
          <p:nvPr>
            <p:ph idx="1"/>
          </p:nvPr>
        </p:nvSpPr>
        <p:spPr/>
        <p:txBody>
          <a:bodyPr/>
          <a:lstStyle/>
          <a:p>
            <a:r>
              <a:t>Respecter les voies piétonnes</a:t>
            </a:r>
          </a:p>
          <a:p>
            <a:pPr/>
            <a:r>
              <a:t>Ne jamais passer sous une charge suspendue</a:t>
            </a:r>
          </a:p>
          <a:p>
            <a:pPr/>
            <a:r>
              <a:t>Signaler sa présence aux engins</a:t>
            </a:r>
          </a:p>
          <a:p>
            <a:pPr/>
            <a:r>
              <a:t>Vitesse limitée pour les véhicules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 résumé : 3 réflexes essentiels</a:t>
            </a:r>
          </a:p>
        </p:txBody>
      </p:sp>
      <p:sp>
        <p:nvSpPr>
          <p:cNvPr id="3" name="Content Placeholder 2"/>
          <p:cNvSpPr>
            <a:spLocks noGrp="1"/>
          </p:cNvSpPr>
          <p:nvPr>
            <p:ph idx="1"/>
          </p:nvPr>
        </p:nvSpPr>
        <p:spPr/>
        <p:txBody>
          <a:bodyPr/>
          <a:lstStyle/>
          <a:p>
            <a:r>
              <a:t>S'équiper correctement avant d'entrer</a:t>
            </a:r>
          </a:p>
          <a:p>
            <a:pPr/>
            <a:r>
              <a:t>Respecter la signalisation</a:t>
            </a:r>
          </a:p>
          <a:p>
            <a:pPr/>
            <a:r>
              <a:t>Signaler tout risque au chef de chantier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Sécurité sur chantier : les fondamentaux</dc:title>
  <dc:subject/>
  <dc:creator>AI Avatar Presenter</dc:creator>
  <cp:keywords/>
  <dc:description>generated using python-pptx</dc:description>
  <cp:lastModifiedBy>AI Avatar Presenter</cp:lastModifiedBy>
  <cp:revision>1</cp:revision>
  <dcterms:created xsi:type="dcterms:W3CDTF">2013-01-27T09:14:16Z</dcterms:created>
  <dcterms:modified xsi:type="dcterms:W3CDTF">2013-01-27T09:15:58Z</dcterms:modified>
  <cp:category/>
</cp:coreProperties>
</file>