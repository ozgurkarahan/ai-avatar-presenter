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is only as good as the context it receives, making context engineering a critical skill. This deck reviews retrieval-augmented generation and the main techniques to give models the right information at the right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engineering is the practice of assembling everything the model sees: instructions, relevant documents, memory and tool results. Well-curated context reduces hallucinations far more reliably than clever prompt wording alone.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Retrieval-augmented generation grounds answers in your own documents. Content is split into chunks and embedded as vectors, and the most relevant passages are retrieved at question time so the model can answer and cite its 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quality drives answer quality. Hybrid search combines keywords with vectors, semantic reranking puts the best passages first, and metadata filters keep results fresh and limited to what each user may see.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evaluate a RAG system, start from a golden set of real questions and measure groundedness, relevance and citation accuracy. Pilot on a single knowledge base before rolling out, and keep evaluating as your documents change.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Context engineering and RAG in practice</a:t>
            </a:r>
          </a:p>
        </p:txBody>
      </p:sp>
      <p:sp>
        <p:nvSpPr>
          <p:cNvPr id="3" name="Subtitle 2"/>
          <p:cNvSpPr>
            <a:spLocks noGrp="1"/>
          </p:cNvSpPr>
          <p:nvPr>
            <p:ph type="subTitle" idx="1"/>
          </p:nvPr>
        </p:nvSpPr>
        <p:spPr/>
        <p:txBody>
          <a:bodyPr/>
          <a:lstStyle/>
          <a:p>
            <a:r>
              <a:t>Why context matters more than prompts</a:t>
            </a:r>
          </a:p>
          <a:p>
            <a:r>
              <a:t>Retrieval-augmented generation</a:t>
            </a:r>
          </a:p>
          <a:p>
            <a:r>
              <a:t>Prerequisite: AI models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context engineering?</a:t>
            </a:r>
          </a:p>
        </p:txBody>
      </p:sp>
      <p:sp>
        <p:nvSpPr>
          <p:cNvPr id="3" name="Content Placeholder 2"/>
          <p:cNvSpPr>
            <a:spLocks noGrp="1"/>
          </p:cNvSpPr>
          <p:nvPr>
            <p:ph idx="1"/>
          </p:nvPr>
        </p:nvSpPr>
        <p:spPr/>
        <p:txBody>
          <a:bodyPr/>
          <a:lstStyle/>
          <a:p>
            <a:r>
              <a:t>System instructions and role</a:t>
            </a:r>
          </a:p>
          <a:p>
            <a:pPr/>
            <a:r>
              <a:t>Relevant documents and data</a:t>
            </a:r>
          </a:p>
          <a:p>
            <a:pPr/>
            <a:r>
              <a:t>Conversation memory</a:t>
            </a:r>
          </a:p>
          <a:p>
            <a:pPr/>
            <a:r>
              <a:t>Tool results fed back to the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Retrieval-augmented generation</a:t>
            </a:r>
          </a:p>
        </p:txBody>
      </p:sp>
      <p:sp>
        <p:nvSpPr>
          <p:cNvPr id="3" name="Content Placeholder 2"/>
          <p:cNvSpPr>
            <a:spLocks noGrp="1"/>
          </p:cNvSpPr>
          <p:nvPr>
            <p:ph idx="1"/>
          </p:nvPr>
        </p:nvSpPr>
        <p:spPr/>
        <p:txBody>
          <a:bodyPr/>
          <a:lstStyle/>
          <a:p>
            <a:r>
              <a:t>Split documents into chunks</a:t>
            </a:r>
          </a:p>
          <a:p>
            <a:pPr/>
            <a:r>
              <a:t>Embed chunks as vectors</a:t>
            </a:r>
          </a:p>
          <a:p>
            <a:pPr/>
            <a:r>
              <a:t>Retrieve the most relevant passages</a:t>
            </a:r>
          </a:p>
          <a:p>
            <a:pPr/>
            <a:r>
              <a:t>Ground the answer and cite sources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Improving retrieval quality</a:t>
            </a:r>
          </a:p>
        </p:txBody>
      </p:sp>
      <p:sp>
        <p:nvSpPr>
          <p:cNvPr id="3" name="Content Placeholder 2"/>
          <p:cNvSpPr>
            <a:spLocks noGrp="1"/>
          </p:cNvSpPr>
          <p:nvPr>
            <p:ph idx="1"/>
          </p:nvPr>
        </p:nvSpPr>
        <p:spPr/>
        <p:txBody>
          <a:bodyPr/>
          <a:lstStyle/>
          <a:p>
            <a:r>
              <a:t>Hybrid search: keywords plus vectors</a:t>
            </a:r>
          </a:p>
          <a:p>
            <a:pPr/>
            <a:r>
              <a:t>Semantic reranking of results</a:t>
            </a:r>
          </a:p>
          <a:p>
            <a:pPr/>
            <a:r>
              <a:t>Chunk size tuned to the content</a:t>
            </a:r>
          </a:p>
          <a:p>
            <a:pPr/>
            <a:r>
              <a:t>Metadata filters for freshness and access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to evaluate a RAG system</a:t>
            </a:r>
          </a:p>
        </p:txBody>
      </p:sp>
      <p:sp>
        <p:nvSpPr>
          <p:cNvPr id="3" name="Content Placeholder 2"/>
          <p:cNvSpPr>
            <a:spLocks noGrp="1"/>
          </p:cNvSpPr>
          <p:nvPr>
            <p:ph idx="1"/>
          </p:nvPr>
        </p:nvSpPr>
        <p:spPr/>
        <p:txBody>
          <a:bodyPr/>
          <a:lstStyle/>
          <a:p>
            <a:r>
              <a:t>Build a golden set of real questions</a:t>
            </a:r>
          </a:p>
          <a:p>
            <a:pPr/>
            <a:r>
              <a:t>Measure groundedness and relevance</a:t>
            </a:r>
          </a:p>
          <a:p>
            <a:pPr/>
            <a:r>
              <a:t>Track citations and refusals</a:t>
            </a:r>
          </a:p>
          <a:p>
            <a:pPr/>
            <a:r>
              <a:t>Pilot on one knowledge base first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engineering and RAG in practice</dc:title>
  <dc:subject/>
  <dc:creator>DeckFM</dc:creator>
  <cp:keywords/>
  <dc:description>generated using python-pptx</dc:description>
  <cp:lastModifiedBy>DeckFM</cp:lastModifiedBy>
  <cp:revision>1</cp:revision>
  <dcterms:created xsi:type="dcterms:W3CDTF">2013-01-27T09:14:16Z</dcterms:created>
  <dcterms:modified xsi:type="dcterms:W3CDTF">2013-01-27T09:15:58Z</dcterms:modified>
  <cp:category/>
</cp:coreProperties>
</file>