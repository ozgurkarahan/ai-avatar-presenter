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deck of this AI path moves from answering questions to taking actions. AI agents combine a model, tools and a control loop to complete multi-step tasks on behalf of their users.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chatbot answers a single question, while an agent plans, calls tools, observes the results and loops until the goal is reached. Sensitive steps should always keep a human in the loop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harness is everything around the model that makes it reliable: instructions, well-described tools, memory and state. Guardrails, step limits and detailed logging turn an impressive demo into a dependable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Context Protocol is an open standard that connects AI applications to tools and data sources. Build one MCP server and many AI clients can reuse it, as long as authentication and least privilege are designed 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pick one repetitive workflow where the steps are well understood. Expose a few tools through MCP and measure success rate and time saved; small wins build trust for more ambitious agents.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agents and MCP in practice</a:t>
            </a:r>
          </a:p>
        </p:txBody>
      </p:sp>
      <p:sp>
        <p:nvSpPr>
          <p:cNvPr id="3" name="Subtitle 2"/>
          <p:cNvSpPr>
            <a:spLocks noGrp="1"/>
          </p:cNvSpPr>
          <p:nvPr>
            <p:ph type="subTitle" idx="1"/>
          </p:nvPr>
        </p:nvSpPr>
        <p:spPr/>
        <p:txBody>
          <a:bodyPr/>
          <a:lstStyle/>
          <a:p>
            <a:r>
              <a:t>From chatbots to agents</a:t>
            </a:r>
          </a:p>
          <a:p>
            <a:r>
              <a:t>The agent harness and MCP</a:t>
            </a:r>
          </a:p>
          <a:p>
            <a:r>
              <a:t>Prerequisite: context engineering and RAG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chatbots to agents</a:t>
            </a:r>
          </a:p>
        </p:txBody>
      </p:sp>
      <p:sp>
        <p:nvSpPr>
          <p:cNvPr id="3" name="Content Placeholder 2"/>
          <p:cNvSpPr>
            <a:spLocks noGrp="1"/>
          </p:cNvSpPr>
          <p:nvPr>
            <p:ph idx="1"/>
          </p:nvPr>
        </p:nvSpPr>
        <p:spPr/>
        <p:txBody>
          <a:bodyPr/>
          <a:lstStyle/>
          <a:p>
            <a:r>
              <a:t>Chatbot: answers one question</a:t>
            </a:r>
          </a:p>
          <a:p>
            <a:pPr/>
            <a:r>
              <a:t>Agent: plans, acts and observes</a:t>
            </a:r>
          </a:p>
          <a:p>
            <a:pPr/>
            <a:r>
              <a:t>Loops until the goal is reached</a:t>
            </a:r>
          </a:p>
          <a:p>
            <a:pPr/>
            <a:r>
              <a:t>Humans approve sensitive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agent harness</a:t>
            </a:r>
          </a:p>
        </p:txBody>
      </p:sp>
      <p:sp>
        <p:nvSpPr>
          <p:cNvPr id="3" name="Content Placeholder 2"/>
          <p:cNvSpPr>
            <a:spLocks noGrp="1"/>
          </p:cNvSpPr>
          <p:nvPr>
            <p:ph idx="1"/>
          </p:nvPr>
        </p:nvSpPr>
        <p:spPr/>
        <p:txBody>
          <a:bodyPr/>
          <a:lstStyle/>
          <a:p>
            <a:r>
              <a:t>Model plus clear instructions</a:t>
            </a:r>
          </a:p>
          <a:p>
            <a:pPr/>
            <a:r>
              <a:t>Tools with well-described schemas</a:t>
            </a:r>
          </a:p>
          <a:p>
            <a:pPr/>
            <a:r>
              <a:t>Memory and state management</a:t>
            </a:r>
          </a:p>
          <a:p>
            <a:pPr/>
            <a:r>
              <a:t>Guardrails, step limits and logging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Context Protocol</a:t>
            </a:r>
          </a:p>
        </p:txBody>
      </p:sp>
      <p:sp>
        <p:nvSpPr>
          <p:cNvPr id="3" name="Content Placeholder 2"/>
          <p:cNvSpPr>
            <a:spLocks noGrp="1"/>
          </p:cNvSpPr>
          <p:nvPr>
            <p:ph idx="1"/>
          </p:nvPr>
        </p:nvSpPr>
        <p:spPr/>
        <p:txBody>
          <a:bodyPr/>
          <a:lstStyle/>
          <a:p>
            <a:r>
              <a:t>Open standard to connect tools and data</a:t>
            </a:r>
          </a:p>
          <a:p>
            <a:pPr/>
            <a:r>
              <a:t>One MCP server, many AI clients</a:t>
            </a:r>
          </a:p>
          <a:p>
            <a:pPr/>
            <a:r>
              <a:t>Tools, resources and prompts</a:t>
            </a:r>
          </a:p>
          <a:p>
            <a:pPr/>
            <a:r>
              <a:t>Authentication and least privilege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Getting started: 3 quick wins</a:t>
            </a:r>
          </a:p>
        </p:txBody>
      </p:sp>
      <p:sp>
        <p:nvSpPr>
          <p:cNvPr id="3" name="Content Placeholder 2"/>
          <p:cNvSpPr>
            <a:spLocks noGrp="1"/>
          </p:cNvSpPr>
          <p:nvPr>
            <p:ph idx="1"/>
          </p:nvPr>
        </p:nvSpPr>
        <p:spPr/>
        <p:txBody>
          <a:bodyPr/>
          <a:lstStyle/>
          <a:p>
            <a:r>
              <a:t>Pick one repetitive workflow</a:t>
            </a:r>
          </a:p>
          <a:p>
            <a:pPr/>
            <a:r>
              <a:t>Expose two or three tools via MCP</a:t>
            </a:r>
          </a:p>
          <a:p>
            <a:pPr/>
            <a:r>
              <a:t>Measure success rate and time saved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 and MCP in practice</dc:title>
  <dc:subject/>
  <dc:creator>DeckFM</dc:creator>
  <cp:keywords/>
  <dc:description>generated using python-pptx</dc:description>
  <cp:lastModifiedBy>DeckFM</cp:lastModifiedBy>
  <cp:revision>1</cp:revision>
  <dcterms:created xsi:type="dcterms:W3CDTF">2013-01-27T09:14:16Z</dcterms:created>
  <dcterms:modified xsi:type="dcterms:W3CDTF">2013-01-27T09:15:58Z</dcterms:modified>
  <cp:category/>
</cp:coreProperties>
</file>