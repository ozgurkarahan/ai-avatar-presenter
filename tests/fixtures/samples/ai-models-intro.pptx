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this introduction to AI models for business teams. We will cover what a language model is, how large and small models differ, and how to choose the right one for each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ideas frame how language models work: they predict the next token, they learn patterns from very large text corpora, and instruction tuning turns them into helpful assistants that follow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Language models come in three broad families. Large language models offer the broadest reasoning, small language models trade breadth for speed and cost, and open-weight models can be downloaded, inspected and fine-tuned.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Choosing a model is a trade-off between quality, latency and cost. Match the model size to the complexity of the task, check licensing and data residency, and always evaluate candidates on your own representative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introduction is the first step of a three-deck path. The next decks go deeper into context engineering and retrieval-augmented generation, then AI agents connected through MCP, with concrete actions your team can 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models: An introduction for teams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Why model choice matters</a:t>
            </a:r>
          </a:p>
          <a:p>
            <a:r>
              <a:t>LLMs, SLMs and open-weight models</a:t>
            </a:r>
          </a:p>
          <a:p>
            <a:r>
              <a:t>Target audience: all employees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Language models in three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predict the next token</a:t>
            </a:r>
          </a:p>
          <a:p>
            <a:pPr/>
            <a:r>
              <a:t>Trained on very large text corpora</a:t>
            </a:r>
          </a:p>
          <a:p>
            <a:pPr/>
            <a:r>
              <a:t>Instruction tuning makes them helpful</a:t>
            </a:r>
          </a:p>
          <a:p>
            <a:pPr/>
            <a:r>
              <a:t>Capabilities grow with data and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LLMs, SLMs and open-weight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LLM: broad reasoning, usually hosted in the cloud</a:t>
            </a:r>
          </a:p>
          <a:p>
            <a:pPr/>
            <a:r>
              <a:t>SLM: smaller and faster, can run on device</a:t>
            </a:r>
          </a:p>
          <a:p>
            <a:pPr/>
            <a:r>
              <a:t>Open-weight: downloadable and fine-tunable</a:t>
            </a:r>
          </a:p>
          <a:p>
            <a:pPr/>
            <a:r>
              <a:t>Most solutions combine several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right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Match model size to task complexity</a:t>
            </a:r>
          </a:p>
          <a:p>
            <a:pPr/>
            <a:r>
              <a:t>Balance quality, latency and cost</a:t>
            </a:r>
          </a:p>
          <a:p>
            <a:pPr/>
            <a:r>
              <a:t>Check licensing and data residency</a:t>
            </a:r>
          </a:p>
          <a:p>
            <a:pPr/>
            <a:r>
              <a:t>Evaluate on your own examples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comes next in this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dive: context engineering and RAG</a:t>
            </a:r>
          </a:p>
          <a:p>
            <a:pPr/>
            <a:r>
              <a:t>Deep dive: AI agents and MCP</a:t>
            </a:r>
          </a:p>
          <a:p>
            <a:pPr/>
            <a:r>
              <a:t>Then: action plan for your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models: An introduction for teams</dc:title>
  <dc:subject/>
  <dc:creator>DeckFM</dc:creator>
  <cp:keywords/>
  <dc:description>generated using python-pptx</dc:description>
  <cp:lastModifiedBy>DeckFM</cp:lastModifiedBy>
  <cp:revision>1</cp:revision>
  <dcterms:created xsi:type="dcterms:W3CDTF">2013-01-27T09:14:16Z</dcterms:created>
  <dcterms:modified xsi:type="dcterms:W3CDTF">2013-01-27T09:15:58Z</dcterms:modified>
  <cp:category/>
</cp:coreProperties>
</file>