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Materials represent around forty percent of built-environment emissions, making them a critical lever. This deck reviews the main low-carbon materials available today and their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Cement is the largest single source of industrial CO2. Innovations like clinker substitution and LC3 technology can cut emissions by up to sixty percent without changing construction practices.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Insulation is another high-impact area where bio-based materials like wood fiber or hemp can replace oil-derived foams. They often match or exceed thermal performance while storing carbon in the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Recycled metals offer dramatic savings: recycled steel uses seventy-five percent less energy than virgin, and recycled aluminum saves ninety-five percent. The challenge is organizing end-of-life collection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specify low-carbon materials, start from verified EPD data sheets and compare on a functional-unit basis. Pilot on a single project before rolling out, and always check local supply to avoid transport emissions.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Low-carbon materials in construction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Why materials matter: 40% of built-environment CO2</a:t>
            </a:r>
          </a:p>
          <a:p>
            <a:r>
              <a:t>Main categories</a:t>
            </a:r>
          </a:p>
          <a:p>
            <a:r>
              <a:t>Prerequisite: decarbonization intro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Cement and concrete innovations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Clinker substitution (slag, fly ash)</a:t>
            </a:r>
          </a:p>
          <a:p>
            <a:pPr/>
            <a:r>
              <a:t>Limestone calcined clay (LC3)</a:t>
            </a:r>
          </a:p>
          <a:p>
            <a:pPr/>
            <a:r>
              <a:t>CO2-cured concrete</a:t>
            </a:r>
          </a:p>
          <a:p>
            <a:pPr/>
            <a:r>
              <a:t>Up to 60% emission reduction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Bio-based and recycled insulation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Wood fiber, hemp, cellulose</a:t>
            </a:r>
          </a:p>
          <a:p>
            <a:pPr/>
            <a:r>
              <a:t>Recycled cotton and glass wool</a:t>
            </a:r>
          </a:p>
          <a:p>
            <a:pPr/>
            <a:r>
              <a:t>Lower embodied carbon</a:t>
            </a:r>
          </a:p>
          <a:p>
            <a:pPr/>
            <a:r>
              <a:t>Often equal or better thermal performance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Recycled steel and aluminum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Recycled steel: 75% less energy than virgin</a:t>
            </a:r>
          </a:p>
          <a:p>
            <a:pPr/>
            <a:r>
              <a:t>Recycled aluminum: 95% less</a:t>
            </a:r>
          </a:p>
          <a:p>
            <a:pPr/>
            <a:r>
              <a:t>Mature industrial supply chains</a:t>
            </a:r>
          </a:p>
          <a:p>
            <a:pPr/>
            <a:r>
              <a:t>Requires end-of-life collection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to specify low-carbon materials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EPDs (verified environmental product data)</a:t>
            </a:r>
          </a:p>
          <a:p>
            <a:pPr/>
            <a:r>
              <a:t>Compare per functional unit</a:t>
            </a:r>
          </a:p>
          <a:p>
            <a:pPr/>
            <a:r>
              <a:t>Check local availability</a:t>
            </a:r>
          </a:p>
          <a:p>
            <a:pPr/>
            <a:r>
              <a:t>Pilot on one project first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Low-carbon materials in construction</dc:title>
  <dc:subject/>
  <dc:creator>DeckFM</dc:creator>
  <cp:keywords/>
  <dc:description>generated using python-pptx</dc:description>
  <cp:lastModifiedBy>DeckFM</cp:lastModifiedBy>
  <cp:revision>1</cp:revision>
  <dcterms:created xsi:type="dcterms:W3CDTF">2013-01-27T09:14:16Z</dcterms:created>
  <dcterms:modified xsi:type="dcterms:W3CDTF">2013-01-27T09:15:58Z</dcterms:modified>
  <cp:category/>
</cp:coreProperties>
</file>