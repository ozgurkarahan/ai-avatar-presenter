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dernière formation du parcours sécurité couvre l'intervention en situation d'urgence. Vous apprendrez à réagir face à un accident, un incendie ou une évacuation.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 à un accident, appliquez la règle protéger-alerter-secourir. Protégez d'abord la zone pour éviter un sur-accident, alertez les secours, puis secourez uniquement si vous avez la formation SST.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cas d'incendie, l'alerte et l'évacuation priment sur toute tentative d'extinction. N'utilisez l'extincteur que si vous êtes formé et que le feu est naissant, puis rejoignez le point de rassemblement signalé.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Lors d'une évacuation d'urgence, suivez les flèches vertes et ne revenez jamais en arrière chercher vos affaires. Le point de rassemblement permet de vérifier que toute l'équipe est en sécurité.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préparation fait toute la différence le jour où l'urgence survient. Connaissez les issues, mémorisez les numéros d'urgence et participez activement aux exercices d'évacuation.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Intervention en cas d'urgence sur chantier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 3 types d'urgence majeurs</a:t>
            </a:r>
          </a:p>
          <a:p>
            <a:r>
              <a:t>Chaîne des secours</a:t>
            </a:r>
          </a:p>
          <a:p>
            <a:r>
              <a:t>Prérequis : formation risques chantier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Protéger, alerter, secourir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Protéger : sécuriser la zone</a:t>
            </a:r>
          </a:p>
          <a:p>
            <a:pPr/>
            <a:r>
              <a:t>Alerter : 18 ou chef de chantier</a:t>
            </a:r>
          </a:p>
          <a:p>
            <a:pPr/>
            <a:r>
              <a:t>Secourir : selon formation SST</a:t>
            </a:r>
          </a:p>
          <a:p>
            <a:pPr/>
            <a:r>
              <a:t>Ne jamais improviser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Incendie : actions immédiates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Donner l'alerte immédiatement</a:t>
            </a:r>
          </a:p>
          <a:p>
            <a:pPr/>
            <a:r>
              <a:t>Évacuer calmement par les issues</a:t>
            </a:r>
          </a:p>
          <a:p>
            <a:pPr/>
            <a:r>
              <a:t>Utiliser l'extincteur adapté si formé</a:t>
            </a:r>
          </a:p>
          <a:p>
            <a:pPr/>
            <a:r>
              <a:t>Point de rassemblement signalé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Évacuation d'urgence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Suivre les flèches vertes</a:t>
            </a:r>
          </a:p>
          <a:p>
            <a:pPr/>
            <a:r>
              <a:t>Ne pas revenir en arrière</a:t>
            </a:r>
          </a:p>
          <a:p>
            <a:pPr/>
            <a:r>
              <a:t>Laisser les affaires personnelles</a:t>
            </a:r>
          </a:p>
          <a:p>
            <a:pPr/>
            <a:r>
              <a:t>Rejoindre le point de rassemblement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 résumé : être prêt avant l'urgence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Connaître les issues de secours</a:t>
            </a:r>
          </a:p>
          <a:p>
            <a:pPr/>
            <a:r>
              <a:t>Mémoriser les numéros d'urgence</a:t>
            </a:r>
          </a:p>
          <a:p>
            <a:pPr/>
            <a:r>
              <a:t>Participer aux exercices d'évacuation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Intervention en cas d'urgence</dc:title>
  <dc:subject/>
  <dc:creator>AI Avatar Presenter</dc:creator>
  <cp:keywords/>
  <dc:description>generated using python-pptx</dc:description>
  <cp:lastModifiedBy>AI Avatar Presenter</cp:lastModifiedBy>
  <cp:revision>1</cp:revision>
  <dcterms:created xsi:type="dcterms:W3CDTF">2013-01-27T09:14:16Z</dcterms:created>
  <dcterms:modified xsi:type="dcterms:W3CDTF">2013-01-27T09:15:58Z</dcterms:modified>
  <cp:category/>
</cp:coreProperties>
</file>