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to this introduction on decarbonization for industrial companies. We will cover why it matters, how emissions are categorized, and what each of us can do to contribute.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facts frame the urgency: global temperatures have already risen by 1.2 degrees, CO2 concentration is at a three-million-year high, and industry accounts for thirty percent of emissions.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Corporate emissions are reported in three scopes. Scope 1 covers what you burn directly, scope 2 the electricity you buy, and scope 3 everything else in your value chain, which is usually the largest share.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Companies have four main decarbonization levers: improving energy efficiency, switching to renewable electricity, sourcing low-carbon raw materials, and redesigning products for circularity.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introduction is the first step of a three-deck path. The next decks go deeper into low-carbon materials and circular economy, with concrete actions your team can take.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Decarbonization: An introduction for industry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Why decarbonization matters</a:t>
            </a:r>
          </a:p>
          <a:p>
            <a:r>
              <a:t>Scope 1, 2 and 3 emissions</a:t>
            </a:r>
          </a:p>
          <a:p>
            <a:r>
              <a:t>Target audience: all employees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Climate science in three facts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Global temperature +1.2°C since 1900</a:t>
            </a:r>
          </a:p>
          <a:p>
            <a:pPr/>
            <a:r>
              <a:t>CO2 concentration now 420 ppm</a:t>
            </a:r>
          </a:p>
          <a:p>
            <a:pPr/>
            <a:r>
              <a:t>Industry = 30% of global emissions</a:t>
            </a:r>
          </a:p>
          <a:p>
            <a:pPr/>
            <a:r>
              <a:t>Paris Agreement target: limit to +1.5°C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Scope 1, 2 and 3 emissions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Scope 1: direct emissions (factories, vehicles)</a:t>
            </a:r>
          </a:p>
          <a:p>
            <a:pPr/>
            <a:r>
              <a:t>Scope 2: indirect from purchased electricity</a:t>
            </a:r>
          </a:p>
          <a:p>
            <a:pPr/>
            <a:r>
              <a:t>Scope 3: value chain (suppliers, products in use)</a:t>
            </a:r>
          </a:p>
          <a:p>
            <a:pPr/>
            <a:r>
              <a:t>Scope 3 is often the largest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Levers available to companies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Energy efficiency in plants</a:t>
            </a:r>
          </a:p>
          <a:p>
            <a:pPr/>
            <a:r>
              <a:t>Switch to renewable electricity</a:t>
            </a:r>
          </a:p>
          <a:p>
            <a:pPr/>
            <a:r>
              <a:t>Low-carbon raw materials</a:t>
            </a:r>
          </a:p>
          <a:p>
            <a:pPr/>
            <a:r>
              <a:t>Product design for circularity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comes next in this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Deep dive: low-carbon materials</a:t>
            </a:r>
          </a:p>
          <a:p>
            <a:pPr/>
            <a:r>
              <a:t>Deep dive: circular economy</a:t>
            </a:r>
          </a:p>
          <a:p>
            <a:pPr/>
            <a:r>
              <a:t>Then: action plan for your team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Decarbonization: Introduction for industry</dc:title>
  <dc:subject/>
  <dc:creator>DeckFM</dc:creator>
  <cp:keywords/>
  <dc:description>generated using python-pptx</dc:description>
  <cp:lastModifiedBy>DeckFM</cp:lastModifiedBy>
  <cp:revision>1</cp:revision>
  <dcterms:created xsi:type="dcterms:W3CDTF">2013-01-27T09:14:16Z</dcterms:created>
  <dcterms:modified xsi:type="dcterms:W3CDTF">2013-01-27T09:15:58Z</dcterms:modified>
  <cp:category/>
</cp:coreProperties>
</file>